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EXECUTIVA  |  PRODUTO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CRM de Reativacao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WhatsApp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50292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MVP — 8 semanas do zero ao primeiro cliente pagante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26060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15468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30352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154680"/>
            <a:ext cx="26060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3154680"/>
            <a:ext cx="26060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~230h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64992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esforco estimado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3154680"/>
            <a:ext cx="2606040" cy="13716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154680"/>
            <a:ext cx="260604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199632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visivel ao cliente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Abril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parado na base de clientes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926080" cy="30175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9260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ficam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inativos em meses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 receita que ja custou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adquirir e nao esta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 aproveitada.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521208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processo de reativacao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existe rotina estruturada. Oportunidades se perdem sem nenhuma acao.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468880"/>
            <a:ext cx="521208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manual e ineficaz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28529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enviadas uma a uma, sem escala, sem metricas, sem resultado previsivel.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474720"/>
            <a:ext cx="521208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033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6908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complexas demais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69080" y="38587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e caro e pesado. Plataformas de envio nao tem estrategia de negocio.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Abril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SOLUCAO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Reativacao automatizada via WhatsApp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192024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sobe CSV com contatos. Sistema valida e remove duplicados.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1920240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63040"/>
            <a:ext cx="192024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Segmentacao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automatico de inativos por periodo definido pelo usuario.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1920240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192024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personalizada com variaveis como nome e produto.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1463040"/>
            <a:ext cx="1920240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463040"/>
            <a:ext cx="1920240" cy="54864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 metricas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envia com rate limit. Dashboard mostra respostas em tempo real.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841248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457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mal atendido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e complexo e caro. Ferramentas de envio nao tem estrategia.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977640"/>
            <a:ext cx="457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imediato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ve receita subir em 48h. Facil de vender, facil de reter.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977640"/>
            <a:ext cx="4572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950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natural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4242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com baixo custo marginal. Cresce sem aumentar custo fixo.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Abril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72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EXECUCAO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semanas  |  Desenvolvedor solo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1031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1234440"/>
            <a:ext cx="2103120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234440"/>
            <a:ext cx="210312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234440"/>
            <a:ext cx="210312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26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68880" y="1426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0" y="1426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75120" y="1426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1920240" cy="2743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19072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0208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 Autenticacao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Go — estrutura, modulos, linting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660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schema usuarios e contatos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935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login, registro, refresh token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— validacao e deduplicacao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483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basico — login e listagem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" y="4005072"/>
            <a:ext cx="1792224" cy="384048"/>
          </a:xfrm>
          <a:prstGeom prst="rect">
            <a:avLst/>
          </a:prstGeom>
          <a:solidFill>
            <a:srgbClr val="0A1F1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40325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F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aparecem na tela apos upload.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68880" y="1719072"/>
            <a:ext cx="1920240" cy="2743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1719072"/>
            <a:ext cx="192024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60320" y="20208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Segmentacao e Campanhas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inativos por X dias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0" y="2660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campanhas com variaveis {{nome}}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60320" y="2935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da mensagem antes do disparo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 campanha x segmento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60320" y="3483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na logica de segmentacao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32888" y="4005072"/>
            <a:ext cx="1792224" cy="384048"/>
          </a:xfrm>
          <a:prstGeom prst="rect">
            <a:avLst/>
          </a:prstGeom>
          <a:solidFill>
            <a:srgbClr val="0A1F14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40325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F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criada e pronta para disparo.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1719072"/>
            <a:ext cx="1920240" cy="2743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1719072"/>
            <a:ext cx="192024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63440" y="20208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+ Webhook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Zenvia/Z-API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2660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assincrono com rate limiting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63440" y="2935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— captura respostas e status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6344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opt-out (PARAR)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3440" y="3483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em tempo real no banco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36008" y="4005072"/>
            <a:ext cx="1792224" cy="384048"/>
          </a:xfrm>
          <a:prstGeom prst="rect">
            <a:avLst/>
          </a:prstGeom>
          <a:solidFill>
            <a:srgbClr val="0A1F14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0325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F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chegando nos celulares.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675120" y="1719072"/>
            <a:ext cx="1920240" cy="2743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675120" y="1719072"/>
            <a:ext cx="1920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1810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7–8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766560" y="20208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Lancamento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6656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envios, entrega, respostas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66560" y="2660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por company_id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766560" y="29352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Cobranca via Stripe ou link manual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66560" y="3209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Railway ou Fly.io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766560" y="3483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2–3 clientes beta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739128" y="4005072"/>
            <a:ext cx="1792224" cy="384048"/>
          </a:xfrm>
          <a:prstGeom prst="rect">
            <a:avLst/>
          </a:prstGeom>
          <a:solidFill>
            <a:srgbClr val="0A1F14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0325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F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em producao. Primeiras receitas.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Abril 2026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772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 &amp; PROXIMOS PASSOS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Riscos e Proxima Acao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749040" cy="2560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3749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Fiber / Chi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goroutines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Zenvia ou Z-API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ou HTMX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Fly.io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234440"/>
            <a:ext cx="4389120" cy="2560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234440"/>
            <a:ext cx="43891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&amp; MITIGACAO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Bloqueio WhatsApp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API oficial (Zenvia). Comece com volume baixo e aumente gradualmente.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331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LGPD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2587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 funcional desde o dia 1. Sem isso nao e possivel vender para empresas serias.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26280" y="2971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Escopo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3227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nao e um CRM completo. Foco total no disparo. Novas features so com receita.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0A2018"/>
          </a:solidFill>
          <a:ln w="12700">
            <a:solidFill>
              <a:srgbClr val="00D48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977640"/>
            <a:ext cx="54864" cy="685800"/>
          </a:xfrm>
          <a:prstGeom prst="rect">
            <a:avLst/>
          </a:prstGeom>
          <a:solidFill>
            <a:srgbClr val="00D48A"/>
          </a:solidFill>
          <a:ln w="12700">
            <a:solidFill>
              <a:srgbClr val="00D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PASSO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4270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Aprovacao do budget e inicio do Sprint 1 — base tecnica pronta em 2 semanas.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73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|  Abril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873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CRM Reativacao — Roadmap Executivo</dc:title>
  <dc:subject>PptxGenJS Presentation</dc:subject>
  <dc:creator>PptxGenJS</dc:creator>
  <cp:lastModifiedBy>PptxGenJS</cp:lastModifiedBy>
  <cp:revision>1</cp:revision>
  <dcterms:created xsi:type="dcterms:W3CDTF">2026-04-21T19:14:30Z</dcterms:created>
  <dcterms:modified xsi:type="dcterms:W3CDTF">2026-04-21T19:14:30Z</dcterms:modified>
</cp:coreProperties>
</file>